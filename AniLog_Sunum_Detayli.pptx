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26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1371600"/>
            <a:ext cx="6400800" cy="64008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448495" y="36576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05156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MOBİL UYGULAMA PROJESİ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AniLog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&amp; Manga Takip ve Keşif Uygulaması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371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GELİŞTİRİCİLER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KARACA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No: 23181616061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ŞENOL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No: 23181616023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Android  •  Firebase  •  Jikan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TANITIMI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AniLog Nedir?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AniLog; kullanıcıların anime ve manga eserlerini keşfedebildiği, kendi kütüphanelerinde organize edebildiği ve izleme/okuma alışkanlıklarını takip edebildiği modern bir Android uygulamasıdır. Java diliyle geliştirilmiş, Jikan API üzerinden gerçek zamanlı içerik çeker; kişisel kütüphane verileri Firebase üzerinde saklanır.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234440" cy="411480"/>
          </a:xfrm>
          <a:prstGeom prst="roundRect">
            <a:avLst>
              <a:gd name="adj" fmla="val 48889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KEŞFET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3931920"/>
            <a:ext cx="1234440" cy="411480"/>
          </a:xfrm>
          <a:prstGeom prst="roundRect">
            <a:avLst>
              <a:gd name="adj" fmla="val 48889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01168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TAKİP 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931920"/>
            <a:ext cx="1234440" cy="411480"/>
          </a:xfrm>
          <a:prstGeom prst="roundRect">
            <a:avLst>
              <a:gd name="adj" fmla="val 48889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657600" cy="420624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36576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KİTLE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Anime &amp; Manga Severler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0" y="3383280"/>
            <a:ext cx="2926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22960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SDK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617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0" y="4617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PROJENİN AMACI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Probleme Çözüm Oluyor?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94960" cy="3931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3152" cy="3931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İzlenen animeler ve okunan mangalar dağınık şekilde takip ediliyor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Hangi bölümde kalındığı hatırlanmıyor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Kişisel istatistikleri (toplam izlenen süre, tür tercihleri) hesaplamak zor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983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Yeni anime keşfetmek için ayrı platformlara bakmak gerekiyor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486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Cihaz değişince tüm takip listesi kayboluyor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2377440"/>
            <a:ext cx="5349240" cy="393192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217920" y="2377440"/>
            <a:ext cx="73152" cy="3931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7432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ANİLOG'UN ÇÖZÜMÜ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Tek bir uygulamada hem anime hem manga organizasyonu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83680" y="3977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Watching / Plan to Watch / Completed durumlarıyla net takip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4480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Otomatik hesaplanan kişisel istatistikler ve tür dağılımı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83680" y="4983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Jikan API ile entegre keşif ve Tinder tarzı hızlı keşfetme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83680" y="5486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Bulut tabanlı sayesinde her cihazdan aynı listeye erişim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ÖZELLİKLERİ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Özellikler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4864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3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&amp; şifre ile kayıt ve giriş, oturum yönetimi (Firebase Auth)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4480560" y="2286000"/>
            <a:ext cx="54864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800600" y="2606040"/>
            <a:ext cx="640080" cy="64008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432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Modülü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anime, sezon listeleri, arama ve tür bazlı filtreleme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21040" y="228600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4"/>
          <p:cNvSpPr/>
          <p:nvPr/>
        </p:nvSpPr>
        <p:spPr>
          <a:xfrm>
            <a:off x="8321040" y="2286000"/>
            <a:ext cx="54864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8641080" y="2606040"/>
            <a:ext cx="640080" cy="64008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7432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6404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</a:t>
            </a:r>
            <a:r>
              <a:rPr lang="tr-TR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Özelliği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64108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yığını ile hızlıca anime keşfetme; sağa/sola kaydırma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29768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19"/>
          <p:cNvSpPr/>
          <p:nvPr/>
        </p:nvSpPr>
        <p:spPr>
          <a:xfrm>
            <a:off x="640080" y="4297680"/>
            <a:ext cx="54864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0"/>
          <p:cNvSpPr/>
          <p:nvPr/>
        </p:nvSpPr>
        <p:spPr>
          <a:xfrm>
            <a:off x="960120" y="461772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7548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8308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Kütüphane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60120" y="5349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/ Plan / Completed durumları, puanlama ve yorum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480560" y="429768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4"/>
          <p:cNvSpPr/>
          <p:nvPr/>
        </p:nvSpPr>
        <p:spPr>
          <a:xfrm>
            <a:off x="4480560" y="429768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5"/>
          <p:cNvSpPr/>
          <p:nvPr/>
        </p:nvSpPr>
        <p:spPr>
          <a:xfrm>
            <a:off x="4800600" y="461772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75488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2356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İstatistikler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800600" y="5349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dağılımı, izleme süreleri ve kişisel okuma/izleme analizi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321040" y="4297680"/>
            <a:ext cx="35204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29"/>
          <p:cNvSpPr/>
          <p:nvPr/>
        </p:nvSpPr>
        <p:spPr>
          <a:xfrm>
            <a:off x="8321040" y="4297680"/>
            <a:ext cx="54864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0"/>
          <p:cNvSpPr/>
          <p:nvPr/>
        </p:nvSpPr>
        <p:spPr>
          <a:xfrm>
            <a:off x="8641080" y="461772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75488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464040" y="4572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Hatırlatıcılar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641080" y="5349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bildirimler ve cihaz açılışında otomatik kurulum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TURU — 1/4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Kimlik Doğrulama &amp; İlk Açılış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uygulamaya ilk adımları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65760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6576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011680" y="3017520"/>
            <a:ext cx="914400" cy="9144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2004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Açılış Tanıtımı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OnboardingFragment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3120" y="4983480"/>
            <a:ext cx="731520" cy="18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005840" y="5166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ViewPager2 ile yatay slaytlar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first_launch SharedPreferences flag'i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Tamamlanınca Login'e atlar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651760"/>
            <a:ext cx="365760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4434840" y="2651760"/>
            <a:ext cx="36576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5806440" y="3017520"/>
            <a:ext cx="914400" cy="914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2004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091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Ekranı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0916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LoginFragment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897880" y="4983480"/>
            <a:ext cx="731520" cy="182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4800600" y="5166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ile e-posta + şifre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 Toast ile gösterilir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açıkken otomatik geç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29600" y="2651760"/>
            <a:ext cx="365760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8229600" y="2651760"/>
            <a:ext cx="365760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0"/>
          <p:cNvSpPr/>
          <p:nvPr/>
        </p:nvSpPr>
        <p:spPr>
          <a:xfrm>
            <a:off x="9601200" y="3017520"/>
            <a:ext cx="914400" cy="9144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32004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0392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Kullanıcı Kaydı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0392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RegisterFragment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692640" y="4983480"/>
            <a:ext cx="731520" cy="182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4"/>
          <p:cNvSpPr/>
          <p:nvPr/>
        </p:nvSpPr>
        <p:spPr>
          <a:xfrm>
            <a:off x="8595360" y="5166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Auth'a yeni hesap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otomatik oluşturulur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DB'de /users/{uid}/profile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TURU — 2/4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 Modülleri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keşfinin iki farklı yolu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5321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914400" cy="914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46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 Keşif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DiscoverFragment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05840" y="4160520"/>
            <a:ext cx="9144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005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sütunlu GridLayoutManager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 çekme ile yenileme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Sonsuz kaydırma (pagination)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+ tür filtreleme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tıklayınca BottomSheet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detay için ayrı ekran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355080" y="2651760"/>
            <a:ext cx="553212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6720840" y="3063240"/>
            <a:ext cx="914400" cy="9144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Tarzı Hızlı Keşif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18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SwipeFragment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720840" y="4160520"/>
            <a:ext cx="914400" cy="27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6720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CardStackView ile kart yığını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Sağa kaydır = Plan to Watch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kaydır = atla / geç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Konfetti animasyonu eşleşmede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sayfa yükleme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anime önerisi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TURU — 3/4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Kütüphane &amp; İstatistikler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kişisel verisi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5321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914400" cy="9144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46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Kütüphane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LibraryFragment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05840" y="4160520"/>
            <a:ext cx="9144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005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sekme: Watching / Planned / Completed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DB'den gerçek zamanlı veri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+ LibraryAdapter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Long-press → AlertDialog ile silme onayı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değiştirme → ilgili sekmeye taşınır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işaretlendiğinde konfeti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355080" y="2651760"/>
            <a:ext cx="55321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6720840" y="3063240"/>
            <a:ext cx="914400" cy="914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İstatistikleri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18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StatsFragment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720840" y="4160520"/>
            <a:ext cx="914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6720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anime sayısı ve bölüm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puan ve harcanan süre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dağılımı görselleştirmesi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grafiği ile favoriler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girişte tutorial AlertDialog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radar_tutorial_{uid} flag SharedPreferences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TURU — 4/4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Detay &amp; Ayarlar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bilgi ve kullanıcı tercihleri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53212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914400" cy="9144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46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Tam Detayı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AnimeFullDetailFragment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005840" y="4160520"/>
            <a:ext cx="9144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005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Jikan API çağrısı (anime + karakterler)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RecyclerView ile karakter listesi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ile kapak resmi yüklenir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Kütüphaneye Ekle butonu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yaz: DialogFragment ile puan + yorum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chip'leri ile etiketleme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2651760"/>
            <a:ext cx="5532120" cy="36576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355080" y="2651760"/>
            <a:ext cx="55321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6720840" y="3063240"/>
            <a:ext cx="914400" cy="914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Ayarları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1812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SettingsFragment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720840" y="4160520"/>
            <a:ext cx="9144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6720840" y="4343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düzenleme (avatar + ad)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aç/kapa toggle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 saati (TimePickerDialog)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Silme onayı tercihi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bildirim butonu (anında bildirim)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yap (AlertDialog onayı)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MİMARİ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MVVM Katmanlı Mimari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Sorumlulukların ayrıştırıldığı, test edilebilir ve sürdürülebilir bir yapı.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329184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520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Katmanı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3794760"/>
            <a:ext cx="9144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Fragment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ViewBinding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Adapters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377440"/>
            <a:ext cx="3520440" cy="329184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520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Katmanı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3794760"/>
            <a:ext cx="9144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&amp; MutableLiveData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Pattern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 yönetimi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Lifecycle-aware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520440" cy="329184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8138160" y="2377440"/>
            <a:ext cx="352044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50392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Katmanı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503920" y="3794760"/>
            <a:ext cx="914400" cy="27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50392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JikanApiService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FirebaseRepository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Reaktif veri akışı: Repository → ViewModel → View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MİMARİ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Paket Yapısı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com.malist.app altında feature ve katman bazlı bölümlenmiş yapı.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943600" cy="41148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9436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com.malist.app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660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       Veri katmanı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api/               JikanApiService, JikanModels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775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model/             6 model sınıfı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prefs/             PreferencesManager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5890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repository/        JikanRepository, FirebaseRepository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ui/                    UI katmanı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0005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auth/              Login + Register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onboarding/        OnboardingFragment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4119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discover/          Discover + Filter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swipe/             Swipe + CardStack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8234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library/           Library + Adapter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stats/             Stats görselleştirme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349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settings/          Settings + Dialog'lar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4406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detail/            Full Detail + BottomSheet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6464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util/                  Receiver'lar ve yardımcılar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8521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MainActivity.java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60579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MAListApp.java         Application sınıfı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286000"/>
            <a:ext cx="470916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858000" y="2286000"/>
            <a:ext cx="73152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2237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Paket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858000" y="3337560"/>
            <a:ext cx="470916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858000" y="333756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2237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alt paketi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6858000" y="4389120"/>
            <a:ext cx="470916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858000" y="438912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2237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 alt paketi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6858000" y="5440680"/>
            <a:ext cx="470916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858000" y="544068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722376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Dosyası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3760" y="5852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YIĞINI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Kullanılan Teknolojiler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97480" cy="3931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974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6334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&amp; Platform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584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SDK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24-34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572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KTS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864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DSL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5504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8.13.2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02152" y="2286000"/>
            <a:ext cx="2697480" cy="3931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3502152" y="2286000"/>
            <a:ext cx="269748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3776472" y="25146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633472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62272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&amp; UI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776472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+ LiveData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776472" y="3584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2.7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776472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Component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776472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v2.7.7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776472" y="4572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ViewBinding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776472" y="4864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Güvenli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776472" y="5212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3776472" y="5504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v1.11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364224" y="2286000"/>
            <a:ext cx="2697480" cy="3931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28"/>
          <p:cNvSpPr/>
          <p:nvPr/>
        </p:nvSpPr>
        <p:spPr>
          <a:xfrm>
            <a:off x="6364224" y="2286000"/>
            <a:ext cx="269748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29"/>
          <p:cNvSpPr/>
          <p:nvPr/>
        </p:nvSpPr>
        <p:spPr>
          <a:xfrm>
            <a:off x="6638544" y="25146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633472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324344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&amp; Veri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638544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2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638544" y="3584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638544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638544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638544" y="4572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Gson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638544" y="4864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638544" y="5212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&amp; Callback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638544" y="5504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226296" y="2286000"/>
            <a:ext cx="2697480" cy="3931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0"/>
          <p:cNvSpPr/>
          <p:nvPr/>
        </p:nvSpPr>
        <p:spPr>
          <a:xfrm>
            <a:off x="9226296" y="2286000"/>
            <a:ext cx="2697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1"/>
          <p:cNvSpPr/>
          <p:nvPr/>
        </p:nvSpPr>
        <p:spPr>
          <a:xfrm>
            <a:off x="9500616" y="25146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88" y="2633472"/>
            <a:ext cx="365760" cy="36576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0186416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Görsel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9500616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9500616" y="3584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500616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9500616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9500616" y="4572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</a:t>
            </a:r>
            <a:endParaRPr lang="en-US" sz="1300" dirty="0"/>
          </a:p>
        </p:txBody>
      </p:sp>
      <p:sp>
        <p:nvSpPr>
          <p:cNvPr id="54" name="Text 48"/>
          <p:cNvSpPr/>
          <p:nvPr/>
        </p:nvSpPr>
        <p:spPr>
          <a:xfrm>
            <a:off x="9500616" y="4864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Resim Yükleme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9500616" y="5212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 + Konfetti</a:t>
            </a:r>
            <a:endParaRPr lang="en-US" sz="1300" dirty="0"/>
          </a:p>
        </p:txBody>
      </p:sp>
      <p:sp>
        <p:nvSpPr>
          <p:cNvPr id="56" name="Text 50"/>
          <p:cNvSpPr/>
          <p:nvPr/>
        </p:nvSpPr>
        <p:spPr>
          <a:xfrm>
            <a:off x="9500616" y="5504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Animasyon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AKIŞI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 Entegrasyonu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377440" cy="164592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23774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71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Jikan API v4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MyAnimeList'in resmi olmayan REST API'si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07128" y="2697480"/>
            <a:ext cx="2377440" cy="164592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907128" y="2697480"/>
            <a:ext cx="23774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448" y="2971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1448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AniLog App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81448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ViewModel ile veri yönetimi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991295" y="2697480"/>
            <a:ext cx="2377440" cy="164592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8991295" y="2697480"/>
            <a:ext cx="23774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615" y="2971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65615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265615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Realtime Database (kullanıcı kütüphanesi)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46120" y="3502152"/>
            <a:ext cx="14781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6"/>
          <p:cNvSpPr/>
          <p:nvPr/>
        </p:nvSpPr>
        <p:spPr>
          <a:xfrm>
            <a:off x="4587088" y="3227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3246120" y="2999232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/ HTTPS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467448" y="3502152"/>
            <a:ext cx="134096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19"/>
          <p:cNvSpPr/>
          <p:nvPr/>
        </p:nvSpPr>
        <p:spPr>
          <a:xfrm>
            <a:off x="7284568" y="3227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8671255" y="3227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7330288" y="2999232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Realtime Sync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14807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Kimlik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37160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ile e-posta/şifre tabanlı oturum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97680" y="5029200"/>
            <a:ext cx="548640" cy="5486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52" y="5148072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2920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Senkron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02920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DB ile cihazlar arası tutarlılık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955280" y="502920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5148072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8680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İşlemler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68680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Call &amp; Callback paterni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VERİTABANI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Realtime Database Yapısı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ağaç yapısında JSON formatında saklanan kullanıcı verisi.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943600" cy="40233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943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AĞACI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{uid}/                          Auth UID anahtar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46557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profile/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6667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displayName: "Samet"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avatarId: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createdAt: 1715299200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2702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library/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47141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1535/                   Death Note (MAL ID)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6725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title: "Death Note"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87375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imageUrl: "https://..."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watchStatus: COMPLETED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2760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userRating: 9.5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547725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└── userReview: "Müthiş!"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56784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5114/                   FMA: Brotherhood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587959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...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2286000"/>
            <a:ext cx="4709160" cy="4023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858000" y="2286000"/>
            <a:ext cx="73152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223760" y="2560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NOSQL?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0632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Veri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33558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ağacı doğal olarak NoSQL'e uyuyor; JOIN gerekmiyor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840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Şemasız Esneklik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41330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alan eklemek için migration gerekmez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4617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4910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mekanizması cihazlar arası anlık güncelleme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5394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Entegrasyonu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5687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doğrudan veritabanı yolunda kullanılıyor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SAKLAMA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SharedPreferences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Cihaza özgü kullanıcı tercihleri PreferencesManager singleton üzerinden yönetiliyor.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5836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8FAFC"/>
                </a:solidFill>
              </a:rPr>
              <a:t>ANAHTAR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8FAFC"/>
                </a:solidFill>
              </a:rPr>
              <a:t>TİP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8FAFC"/>
                </a:solidFill>
              </a:rPr>
              <a:t>VARSAYILAN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8FAFC"/>
                </a:solidFill>
              </a:rPr>
              <a:t>AÇIKLAMA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6583680" cy="4114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2296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notifications_enabled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2862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862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aç/kapa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reminder_hour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273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 saati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6583680" cy="4114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2296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reminder_minute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3685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0" y="3685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 dakikası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confirm_delete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4096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Silmeden onay iste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6583680" cy="4114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2296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default_library_tab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4507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06240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 sekmesi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4919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first_launch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83280" y="4919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06240" y="4919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4919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flag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5257800"/>
            <a:ext cx="6583680" cy="4114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22960" y="5330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radar_tutorial_{uid}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5330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20624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0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flag (kullanıcı bazlı)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98080" y="2286000"/>
            <a:ext cx="4069080" cy="40233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7498080" y="2286000"/>
            <a:ext cx="40690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7772400" y="2560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YEREL?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Cihaza özgü tercihler — buluta yüklenmesine gerek yok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3566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Veritabanı çağrı yükünü azaltır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0" y="4069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İnternet bağlantısı gerektirmiyor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0" y="4572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Daha hızlı (disk vs network)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5074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Hatırlatma saati farklı cihazda farklı olabilir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Küçük key-value veriler için optimize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BİLDİRİM SİSTEMİ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Hatırlatma Akışı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AlarmManager → BroadcastReceiver → Notification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97480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MAListApp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Açılışta NotificationChannel kurulur, scheduleDaily() çağrılır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32004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02152" y="2377440"/>
            <a:ext cx="2697480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502152" y="2377440"/>
            <a:ext cx="2697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776472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776472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76472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SharedPreferences'tan saat alınır, RTC_WAKEUP ile günlük alarm planlanır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32004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364224" y="2377440"/>
            <a:ext cx="2697480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364224" y="2377440"/>
            <a:ext cx="26974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638544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638544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ReminderReceiver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38544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tetiklenir, ayar hâlâ açık mı kontrol edilir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61704" y="32004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226296" y="2377440"/>
            <a:ext cx="2697480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9226296" y="237744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9500616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9500616" y="3474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NotificationHelper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00616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NotificationCompat.Builder ile bildirim oluşturulup gösterilir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BootReceiver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3444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açıldığında alarmları yeniden kurar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297680" y="493776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02920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8920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Değişimi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89204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SettingsViewModel cancelDaily() + scheduleDaily()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7955280" y="493776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02920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5496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54964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PendingIntent.FLAG_IMMUTABLE (Android 12+)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YÜKLEME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Sayfalama &amp; Yenileme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DiscoverFragment'ta iki ayrı veri yükleme mekanizması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49240" cy="40233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3492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517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697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YUKARI ÇEKİP YENİLEME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Pull-to-Refresh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36576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SwipeRefreshLayout RecyclerView'ı sarıyor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4023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Kullanıcı listenin üstünden aşağı çekiyor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389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setOnRefreshListener tetikleniyor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47548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ViewModel.loadTopAnime() çağrılıyor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5120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currentPage = 1'e dönülüyor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5486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Jikan'dan ilk sayfa baştan çekiliyor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5852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İlerleme dairesi kapatılıyor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2286000"/>
            <a:ext cx="5349240" cy="402336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6172200" y="2286000"/>
            <a:ext cx="53492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5176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697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AŞAĞI KAYDIRARAK YÜKLEME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22376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Scroll / Pagination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537960" y="36576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OnScrollListener her kaydırmada tetikleniyor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537960" y="4023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Sadece aşağı yön (dy &gt; 0) ilgileniyor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37960" y="4389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Son 6 animeye gelindi mi kontrol edilir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537960" y="47548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canLoadMore() ile çift istek engellenir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37960" y="5120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ViewModel.loadMore() → currentPage++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37960" y="5486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Yeni sayfa mevcut listeye eklenir (append)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37960" y="5852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RecyclerView LiveData ile güncellenir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METRİKLERİ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Sayılarla AniLog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yapısının somut göstergeleri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51760" cy="155448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651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Dosyası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651760" cy="155448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747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Layout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51760" cy="155448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65176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Fragment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2286000"/>
            <a:ext cx="2651760" cy="155448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144000" y="228600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1440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1440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732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237744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(MainActivity)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34840" y="4069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38912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1208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617220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Adapter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229600" y="4069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38912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00684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996696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40080" y="5212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3212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17320" y="5349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7" name="Text 31"/>
          <p:cNvSpPr/>
          <p:nvPr/>
        </p:nvSpPr>
        <p:spPr>
          <a:xfrm>
            <a:off x="237744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BroadcastReceiver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434840" y="5212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553212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12080" y="5349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41" name="Text 34"/>
          <p:cNvSpPr/>
          <p:nvPr/>
        </p:nvSpPr>
        <p:spPr>
          <a:xfrm>
            <a:off x="617220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İzni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8229600" y="5212080"/>
            <a:ext cx="3611880" cy="100584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5532120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06840" y="5349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45" name="Text 37"/>
          <p:cNvSpPr/>
          <p:nvPr/>
        </p:nvSpPr>
        <p:spPr>
          <a:xfrm>
            <a:off x="996696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Key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534095" y="2743200"/>
            <a:ext cx="6400800" cy="64008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05156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Şimdi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uygulamayı görelim.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1371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AniLog'un canlı sunumuna geçiyoruz — keşif, swipe ve kütüphane akışlarını birlikte göreceğiz.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943600"/>
            <a:ext cx="10972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6080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KARACA  ·  23181616061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080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ŞENOL  ·  23181616023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1477</Words>
  <Application>Microsoft Office PowerPoint</Application>
  <PresentationFormat>Geniş ekran</PresentationFormat>
  <Paragraphs>415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AniLog - Detaylı Sunum</dc:title>
  <dc:subject>PptxGenJS Presentation</dc:subject>
  <dc:creator>Samet KARACA, Deniz ŞENOL</dc:creator>
  <cp:lastModifiedBy>Samet Karaca</cp:lastModifiedBy>
  <cp:revision>3</cp:revision>
  <dcterms:created xsi:type="dcterms:W3CDTF">2026-05-11T16:22:31Z</dcterms:created>
  <dcterms:modified xsi:type="dcterms:W3CDTF">2026-05-11T18:26:32Z</dcterms:modified>
</cp:coreProperties>
</file>